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Title of the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Name: </a:t>
            </a:r>
            <a:r>
              <a:rPr lang="en-US" dirty="0" err="1">
                <a:solidFill>
                  <a:srgbClr val="0070C0"/>
                </a:solidFill>
              </a:rPr>
              <a:t>Rollno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Name of the </a:t>
            </a:r>
            <a:r>
              <a:rPr lang="en-US" sz="1800" b="1" kern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DSA-3 </a:t>
            </a: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faculty name with designation and department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59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Gautami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ANITHA CHEKURI</cp:lastModifiedBy>
  <cp:revision>19</cp:revision>
  <dcterms:created xsi:type="dcterms:W3CDTF">2024-08-29T05:25:00Z</dcterms:created>
  <dcterms:modified xsi:type="dcterms:W3CDTF">2026-08-20T05:50:30Z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